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38912"/>
            <a:ext cx="320040" cy="64008"/>
          </a:xfrm>
          <a:prstGeom prst="rect">
            <a:avLst/>
          </a:prstGeom>
          <a:solidFill>
            <a:srgbClr val="6E7A5E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1A1A"/>
                </a:solidFill>
                <a:latin typeface="Georgia"/>
              </a:rPr>
              <a:t>Vocês já resolveram a parte difícil.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29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Produto.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3429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Produção.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3429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Clientes.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2219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Tudo isso já existe.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70832"/>
            <a:ext cx="5120640" cy="13716"/>
          </a:xfrm>
          <a:prstGeom prst="rect">
            <a:avLst/>
          </a:prstGeom>
          <a:solidFill>
            <a:srgbClr val="D8D6D0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35424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 i="1">
                <a:solidFill>
                  <a:srgbClr val="6E7A5E"/>
                </a:solidFill>
                <a:latin typeface="Georgia"/>
              </a:rPr>
              <a:t>O próximo passo é fazer a marca</a:t>
            </a:r>
          </a:p>
          <a:p>
            <a:pPr algn="l">
              <a:spcAft>
                <a:spcPts val="700"/>
              </a:spcAft>
            </a:pPr>
            <a:r>
              <a:rPr sz="1700" b="0" i="1">
                <a:solidFill>
                  <a:srgbClr val="6E7A5E"/>
                </a:solidFill>
                <a:latin typeface="Georgia"/>
              </a:rPr>
              <a:t>valer mais do que os produtos.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38912"/>
            <a:ext cx="5166360" cy="4206240"/>
          </a:xfrm>
          <a:prstGeom prst="rect">
            <a:avLst/>
          </a:prstGeom>
          <a:solidFill>
            <a:srgbClr val="E8E6E0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438912"/>
            <a:ext cx="5166360" cy="64008"/>
          </a:xfrm>
          <a:prstGeom prst="rect">
            <a:avLst/>
          </a:prstGeom>
          <a:solidFill>
            <a:srgbClr val="6E7A5E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31596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← inserir foto dos produtos aqui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663440"/>
            <a:ext cx="2468880" cy="2084831"/>
          </a:xfrm>
          <a:prstGeom prst="rect">
            <a:avLst/>
          </a:prstGeom>
          <a:solidFill>
            <a:srgbClr val="E8E6E0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60" y="4663440"/>
            <a:ext cx="2606040" cy="2084831"/>
          </a:xfrm>
          <a:prstGeom prst="rect">
            <a:avLst/>
          </a:prstGeom>
          <a:solidFill>
            <a:srgbClr val="E8E6E0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38912"/>
            <a:ext cx="320040" cy="64008"/>
          </a:xfrm>
          <a:prstGeom prst="rect">
            <a:avLst/>
          </a:prstGeom>
          <a:solidFill>
            <a:srgbClr val="6E7A5E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Georgia"/>
              </a:rPr>
              <a:t>Como eu vejo a evolução da Singulart3D.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6094476" y="1874519"/>
            <a:ext cx="0" cy="941833"/>
          </a:xfrm>
          <a:prstGeom prst="line">
            <a:avLst/>
          </a:prstGeom>
          <a:ln w="10160">
            <a:solidFill>
              <a:srgbClr val="D8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466666" y="2560320"/>
            <a:ext cx="815650" cy="470916"/>
          </a:xfrm>
          <a:prstGeom prst="line">
            <a:avLst/>
          </a:prstGeom>
          <a:ln w="10160">
            <a:solidFill>
              <a:srgbClr val="D8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66666" y="3461004"/>
            <a:ext cx="815650" cy="470916"/>
          </a:xfrm>
          <a:prstGeom prst="line">
            <a:avLst/>
          </a:prstGeom>
          <a:ln w="10160">
            <a:solidFill>
              <a:srgbClr val="D8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4476" y="3675887"/>
            <a:ext cx="0" cy="941833"/>
          </a:xfrm>
          <a:prstGeom prst="line">
            <a:avLst/>
          </a:prstGeom>
          <a:ln w="10160">
            <a:solidFill>
              <a:srgbClr val="D8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906635" y="3461003"/>
            <a:ext cx="815650" cy="470917"/>
          </a:xfrm>
          <a:prstGeom prst="line">
            <a:avLst/>
          </a:prstGeom>
          <a:ln w="10160">
            <a:solidFill>
              <a:srgbClr val="D8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906635" y="2560320"/>
            <a:ext cx="815650" cy="470916"/>
          </a:xfrm>
          <a:prstGeom prst="line">
            <a:avLst/>
          </a:prstGeom>
          <a:ln w="10160">
            <a:solidFill>
              <a:srgbClr val="D8D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053328" y="1833372"/>
            <a:ext cx="82296" cy="82296"/>
          </a:xfrm>
          <a:prstGeom prst="rect">
            <a:avLst/>
          </a:prstGeom>
          <a:solidFill>
            <a:srgbClr val="6E7A5E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41168" y="2519172"/>
            <a:ext cx="82296" cy="82296"/>
          </a:xfrm>
          <a:prstGeom prst="rect">
            <a:avLst/>
          </a:prstGeom>
          <a:solidFill>
            <a:srgbClr val="6E7A5E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41168" y="3890772"/>
            <a:ext cx="82296" cy="82296"/>
          </a:xfrm>
          <a:prstGeom prst="rect">
            <a:avLst/>
          </a:prstGeom>
          <a:solidFill>
            <a:srgbClr val="6E7A5E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53328" y="4576572"/>
            <a:ext cx="82296" cy="82296"/>
          </a:xfrm>
          <a:prstGeom prst="rect">
            <a:avLst/>
          </a:prstGeom>
          <a:solidFill>
            <a:srgbClr val="6E7A5E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65487" y="3890772"/>
            <a:ext cx="82296" cy="82296"/>
          </a:xfrm>
          <a:prstGeom prst="rect">
            <a:avLst/>
          </a:prstGeom>
          <a:solidFill>
            <a:srgbClr val="6E7A5E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65487" y="2519172"/>
            <a:ext cx="82296" cy="82296"/>
          </a:xfrm>
          <a:prstGeom prst="rect">
            <a:avLst/>
          </a:prstGeom>
          <a:solidFill>
            <a:srgbClr val="6E7A5E"/>
          </a:solidFill>
          <a:ln>
            <a:solidFill>
              <a:srgbClr val="FA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6" y="1344167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Site próprio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9685" y="2295144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Google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9685" y="386791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Pinterest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4855464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TikTok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9066" y="386791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Calibri"/>
              </a:rPr>
              <a:t>WhatsApp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9066" y="2295144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Calibri"/>
              </a:rPr>
              <a:t>Marketplace</a:t>
            </a:r>
          </a:p>
        </p:txBody>
      </p:sp>
      <p:sp>
        <p:nvSpPr>
          <p:cNvPr id="22" name="Oval 21"/>
          <p:cNvSpPr/>
          <p:nvPr/>
        </p:nvSpPr>
        <p:spPr>
          <a:xfrm>
            <a:off x="5710428" y="2862072"/>
            <a:ext cx="768096" cy="768096"/>
          </a:xfrm>
          <a:prstGeom prst="ellipse">
            <a:avLst/>
          </a:prstGeom>
          <a:noFill/>
          <a:ln w="11430">
            <a:solidFill>
              <a:srgbClr val="6E7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0428" y="3081527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E7A5E"/>
                </a:solidFill>
                <a:latin typeface="Georgia"/>
              </a:rPr>
              <a:t>MARCA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6E7A5E"/>
                </a:solidFill>
                <a:latin typeface="Georgia"/>
              </a:rPr>
              <a:t>Mais presença.</a:t>
            </a:r>
          </a:p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6E7A5E"/>
                </a:solidFill>
                <a:latin typeface="Georgia"/>
              </a:rPr>
              <a:t>Mais valor percebido.</a:t>
            </a:r>
          </a:p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6E7A5E"/>
                </a:solidFill>
                <a:latin typeface="Georgia"/>
              </a:rPr>
              <a:t>Menos dependência das plataformas.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Jean Lucca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